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and ML performance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342900">
                <a:tc>
                  <a:txBody>
                    <a:bodyPr/>
                    <a:lstStyle/>
                    <a:p>
                      <a: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# 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#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 Accuracy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NetbatchD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11/12–12/12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261,080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86.4%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CTC-SP2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06/96–06/97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77,222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79.0%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SDSC 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04/00–01/03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32,135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